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0"/>
            <a:ext cx="73152" cy="25603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Aria AI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CC"/>
                </a:solidFill>
              </a:rPr>
              <a:t>The 24/7 AI Receptionist for Medical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Aria answers every patient message, books appointments, screens questions, verifies insurance, and safely triages emergencies — 24 hours a day, with no app and no hold music.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Books appointments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Triage-safe (911)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HIPAA-aware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24/7, no 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Live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3429000"/>
            <a:ext cx="1783080" cy="329184"/>
          </a:xfrm>
          <a:prstGeom prst="rect">
            <a:avLst/>
          </a:prstGeom>
          <a:solidFill>
            <a:srgbClr val="0D1A2E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3456432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CC"/>
                </a:solidFill>
              </a:rPr>
              <a:t>EHR / EMR connected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Built secure:   HIPAA-aware  |  Encrypted (TLS)  |  Row-level DB security  |  Audit-logged  |  Powered by Claude Sonnet 4.6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09160"/>
            <a:ext cx="12188952" cy="127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Tabor Synergy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aifrontdesk.taborsynergy.com  |  write2dinakar10@gmail.com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166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</a:rPr>
              <a:t>Powered by Claude Sonnet 4.6 (Anthropic)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What Aria Does — For Every Patient,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Six core capabilities live on production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2529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24/7 AI Receptionist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Greets patients, answers questions, handles intake any time — nights, weekends, holidays.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7919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No missed calls, no voicemail tag, no overtime.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1" y="1078992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3" y="122529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Instant Appointment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3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Patients book in ~90 seconds via link or QR code — no app, no login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3" y="267919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Front desk freed from 50+ scheduling calls a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2" y="1078992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22529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Emergency 911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4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Detects emergencies (chest pain, stroke) — tells patient to call 911 + alerts staff.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4" y="267919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Patient safety + liability protection, built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12464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587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HIPAA-Aware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261104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Won't diagnose, won't reveal another person's records, resists prompt injection.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5312664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Compliant by design — protects patient privacy.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1" y="3712464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8263" y="38587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EHR / EMR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3" y="4261104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Connects to Epic, Cerner, Athenahealth, eClinicalWorks — live slot sync, patient lookup, chart read, note sync.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3" y="5312664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Returning patients skip intake. Appointments sync to EHR 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2" y="3712464"/>
            <a:ext cx="3749039" cy="2468880"/>
          </a:xfrm>
          <a:prstGeom prst="rect">
            <a:avLst/>
          </a:prstGeom>
          <a:solidFill>
            <a:srgbClr val="0A141F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4" y="385876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Live Dashboard &amp;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4" y="4261104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Staff see every appointment, no-show rates, busy times, and AI usage trends in real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4" y="5312664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&gt; Run the practice on data, not guesswork.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565392"/>
            <a:ext cx="1153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8"/>
                </a:solidFill>
              </a:rPr>
              <a:t>Enterprise-grade  |  HIPAA-aware  |  Encrypted (TLS)  |  Audit-logged  |  Powered by Claude Sonnet 4.6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Simple Plans That Grow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All plans include a 14-day free trial — no card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657600" cy="5623560"/>
          </a:xfrm>
          <a:prstGeom prst="rect">
            <a:avLst/>
          </a:prstGeom>
          <a:solidFill>
            <a:srgbClr val="0A141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664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Solo practice, getting started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95728"/>
            <a:ext cx="3429000" cy="1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48716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AI receptionist + booking (core)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81635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500 conversations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4553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1 location, 1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4747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Emergency triage + HIPAA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803904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Insurance Q&amp;A +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13308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Email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996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 Free Trial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6153912"/>
            <a:ext cx="340156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19963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 Free Trial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1005840"/>
            <a:ext cx="3657600" cy="5623560"/>
          </a:xfrm>
          <a:prstGeom prst="rect">
            <a:avLst/>
          </a:prstGeom>
          <a:solidFill>
            <a:srgbClr val="0A141F"/>
          </a:solidFill>
          <a:ln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0789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1408176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$597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016" y="1664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08483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For established practices scaling fast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2395728"/>
            <a:ext cx="3429000" cy="1016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48716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8"/>
                </a:solidFill>
              </a:rPr>
              <a:t>  Everything in Starter, plus: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1635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2,000 conversations 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14553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Up to 3 locations, 5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4747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Custom agent name + website widget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803904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Email reminders + recall campaigns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13308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EHR / EMR integration (Epic, Cerner, Athena)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46227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Priority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61996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90F"/>
                </a:solidFill>
              </a:rPr>
              <a:t>Start Free Trial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6153912"/>
            <a:ext cx="3401568" cy="38404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619963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90F"/>
                </a:solidFill>
              </a:rPr>
              <a:t>Start Free Trial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1005840"/>
            <a:ext cx="3657600" cy="5623560"/>
          </a:xfrm>
          <a:prstGeom prst="rect">
            <a:avLst/>
          </a:prstGeom>
          <a:solidFill>
            <a:srgbClr val="0A141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6" y="10789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1408176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$997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7504" y="1664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/mo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08483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C8"/>
                </a:solidFill>
              </a:rPr>
              <a:t>For multi-location groups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0456" y="2395728"/>
            <a:ext cx="3429000" cy="1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248716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C8"/>
                </a:solidFill>
              </a:rPr>
              <a:t>  Everything in Growth, plus: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281635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Unlimited conversations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314553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Unlimited locations &amp; providers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4747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EHR integration + chart read + note sync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803904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eClinicalWorks adapter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13308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Custom AI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446227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White-label branding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79145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Dedicated support + 24/7 manager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6" y="61996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 Free Trial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6153912"/>
            <a:ext cx="340156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619963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 Free Trial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675120"/>
            <a:ext cx="1153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B8C8"/>
                </a:solidFill>
              </a:rPr>
              <a:t>All delivery via email — no carrier registration required. EHR integration requires API credentials from your EHR vendor.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Why Practices Choose 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Real outcomes — not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FCC"/>
                </a:solidFill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fewer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Automated 72h/24h email reminders bring patients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051560"/>
            <a:ext cx="2651760" cy="16916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143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FCC"/>
                </a:solidFill>
              </a:rPr>
              <a:t>3-4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7922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saved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Staff stop fielding scheduling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51560"/>
            <a:ext cx="2651760" cy="16916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143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FCC"/>
                </a:solidFill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7922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always-on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Capture patients nights, weekends, holidays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051560"/>
            <a:ext cx="2651760" cy="169164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1430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FCC"/>
                </a:solidFill>
              </a:rPr>
              <a:t>&lt; 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17922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 go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$0 setup — we handle everything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63240"/>
            <a:ext cx="11274552" cy="1371600"/>
          </a:xfrm>
          <a:prstGeom prst="rect">
            <a:avLst/>
          </a:prstGeom>
          <a:solidFill>
            <a:srgbClr val="052E1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A typical solo practice nets about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1272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$7,000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in saved staff time + recovered no-shows — vs. the plan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Start a 2-week free trial — on your own branded patient link. No card. No setup fee. Live the same 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11274552" cy="47548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90F"/>
                </a:solidFill>
              </a:rPr>
              <a:t>aifrontdesk.taborsynergy.com  |  write2dinakar10@gmail.com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STARTER ($297/mo) —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Solo practice. Every feature below is LIVE on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42415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4241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424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1539728" cy="127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53312"/>
            <a:ext cx="11539728" cy="36499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4475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4447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3914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receptionist +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914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Aria chats, screens questions, books appointments — web &amp; SMS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37360"/>
            <a:ext cx="11539728" cy="364998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82880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8288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7754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Hosted patient chat link +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754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No-login page patients open via link or QR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21408"/>
            <a:ext cx="11539728" cy="36499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21284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21284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1595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500 conversations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595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Usage cap enforced; upgrade prompt beyond the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05456"/>
            <a:ext cx="11539728" cy="364998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59689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5968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5435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 location / 1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5435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Solo-practice limits enforced by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89504"/>
            <a:ext cx="11539728" cy="36499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298094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9809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9276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Emergency 911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9276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Detects emergencies, tells patient to call 911, alerts staff via 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273552"/>
            <a:ext cx="11539728" cy="364998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36499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36499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3116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HIPAA 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116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No diagnosis, no third-party records, prompt-injection safe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657600"/>
            <a:ext cx="11539728" cy="36499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74904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37490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6957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Insurance 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6957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Answers 'do you take X?' from the clinic's accepted-plans list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41648"/>
            <a:ext cx="11539728" cy="364998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413308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413308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40797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Live dashboard + 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0797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Appointments, no-show rate, busy times, trends — real-time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425696"/>
            <a:ext cx="11539728" cy="364998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51713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451713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4637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Booking confirmation email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4637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Sent to patient immediately on booking via SendGrid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809744"/>
            <a:ext cx="11539728" cy="364998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490118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9011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8478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Email support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8478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Standard support (operational)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GROWTH ($597/mo) —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2-5 doctor group practice. Everything in Starter PLUS the items below. All LIVE on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42415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4241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424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1539728" cy="127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53312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4475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4447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3914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2,000 conversations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914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~6x Starter volume; cap enforced with upgrade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00784"/>
            <a:ext cx="11539728" cy="32842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79222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79222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7388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 to 3 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388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Each office: own address, hours, providers,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48256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13969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1396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0863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 to 5 providers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863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Group practice; Aria books with named doctors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95728"/>
            <a:ext cx="11539728" cy="32842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48716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48716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4338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 assistant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338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Rename 'Aria' to the clinic's own assistant name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43200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283464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8346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7813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Website embed widget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7813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Branded booking chat embedded on the clinic's own site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90672"/>
            <a:ext cx="11539728" cy="32842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18211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1821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1287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 insurance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287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Teach accepted plans, co-pays, deductibles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38144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52958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35295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4762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Monthly performance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4762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Auto monthly summary generated from live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85616"/>
            <a:ext cx="11539728" cy="32842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387705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87705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38237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Automated email reminders (72h/24h)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8237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Sent to patient before the visit; cuts no-shows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133088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22452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422452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1711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Patient recall campaigns (email)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1711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Win back lapsed patients via automated email sequences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480560"/>
            <a:ext cx="11539728" cy="32842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457200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5720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5186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integration — Phases 1-3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5186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Appointment sync, patient lookup, intake pre-population, live slots (Epic, Cerner, Athena, eCW)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828032"/>
            <a:ext cx="11539728" cy="32842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048" y="491947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49194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48661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Priority support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661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Faster response (operational)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PRO ($997/mo) —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Multi-location, white-labeled. Everything in Growth PLUS the items below.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42415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4241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424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1539728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53312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4475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4447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391412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Unlimited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91412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No monthly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87068"/>
            <a:ext cx="11539728" cy="314706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77850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77850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725168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Unlimited locations &amp; providers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25168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No limits enforced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20824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11226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11226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058924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Multi-location intelligent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58924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Routes patient to the right office by ZIP / service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54580"/>
            <a:ext cx="11539728" cy="314706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44602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44602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92680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 AI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92680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Teach Aria clinic-specific procedures, policies, FAQs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88336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277977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77977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726436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White-label branding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726436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Clinic logo/colors, remove Tabor branding, reseller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22092"/>
            <a:ext cx="11539728" cy="314706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11353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11353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060192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integration — Phases 1-4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060192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Everything in Growth PLUS chart read (diagnoses/meds/allergies), note sync, eClinicalWorks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55848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44728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344728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393948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Chart read (diagnoses/meds/allergies)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393948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Aria references clinical context without reading notes aloud — 1h cache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689604"/>
            <a:ext cx="11539728" cy="314706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378104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7810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3727704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Conversation note sync to EHR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727704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Aria posts encounter summary to Epic/Cerner/Athena/eCW as a clinical DocumentReference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023360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11480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41148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061460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eClinicalWorks adapter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061460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4th EHR connector — appointment sync, patient lookup, slots, chart, notes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357116"/>
            <a:ext cx="11539728" cy="314706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4448556"/>
            <a:ext cx="6583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44855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BUILT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395216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 domain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395216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clinic.yourdomain.com — DNS + SSL wiring (per-clinic setup required)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690872"/>
            <a:ext cx="11539728" cy="314706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048" y="478231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47823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4728972"/>
            <a:ext cx="50292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Dedicated manager + 24/7 support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728972"/>
            <a:ext cx="53949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White-glove (operational)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EHR / EMR Integration —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A Day in the Life with Aria + Epic / Cerner / Athenahealth / eClinicalWorks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3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Persona: Maria, 54 — returning patient at Sunrise Family Medicine (Epic EHR, Growth plan)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11539728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06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40688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Maria texts the clinic SMS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468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"Hi, I need to book a follow-up for my blood pressure. I was there last November."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43100"/>
            <a:ext cx="11539728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939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993900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Aria asks for name + date of birth to verify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4790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Aria: "Of course! May I have your full name and date of birth to pull up your file?"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96312"/>
            <a:ext cx="11539728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5471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47112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EHR Lookup  [prefill_intake_from_ehr]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0111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Epic returns: Name ✓  |  DOB ✓  |  Phone ✓  |  Last visit: Nov 14, 2025 (Annual Physical)  |  Primary: Dr. Patel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49524"/>
            <a:ext cx="11539728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1003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8:03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100324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Aria skips all questions already on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54324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Aria: "I have your details on file. Shall I book you with Dr. Patel for a follow-up?" — zero form filling.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11539728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6535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8:03 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53536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Live Slots  [get_available_slots_from_ehr]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07536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Epic returns 4 live open slots for Dr. Patel this week. Conflict-checked. Appointment type resolved.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55948"/>
            <a:ext cx="11539728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2067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06748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Maria selects Thursday 10:30 AM — Aria books and syncs to Epic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46074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FHIR Appointment resource created in Epic. Slot marked busy. Confirmation email sent (conf #AP-2847).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09160"/>
            <a:ext cx="11539728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759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759960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[Pro / Enterprise] Note sync  [sync_note_to_ehr]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01396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Encounter summary posted to Epic as a FHIR DocumentReference (LOINC 11488-4). HIPAA audit log written.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62372"/>
            <a:ext cx="11539728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3131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13172"/>
            <a:ext cx="10424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C"/>
                </a:solidFill>
              </a:rPr>
              <a:t>Maria receives SMS confirmation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56717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8C8"/>
                </a:solidFill>
              </a:rPr>
              <a:t>Aria: "You're booked! Thursday June 30 at 10:30 AM with Dr. Patel. See you then!"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866384"/>
            <a:ext cx="11539728" cy="347472"/>
          </a:xfrm>
          <a:prstGeom prst="rect">
            <a:avLst/>
          </a:prstGeom>
          <a:solidFill>
            <a:srgbClr val="052E1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71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Outcome: 2-minute SMS vs 8-minute phone call.  Zero staff involved.  EHR updated automatically.  Patient delighted.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EHR / EMR Integration — Feature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Phases 1-4 complete and LIVE on production  |  64 automated tests passing  |  HIPAA-compliant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24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CC"/>
                </a:solidFill>
              </a:rP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10241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Pro (Enterprise)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102412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EHR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02412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C8"/>
                </a:solidFill>
              </a:rPr>
              <a:t>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10241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11539728" cy="1524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353312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378712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Appointment sync to EHR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378712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378712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378712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378712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78712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77924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703324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Patient lookup (name + DOB)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1703324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703324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703324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703324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1703324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02536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027936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Live slot availability from EHR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027936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027936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027936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027936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027936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27148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352548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24h patient cache (emr_patients)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2" y="2352548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2352548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2352548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352548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2352548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51760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677160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HIPAA audit trail (emr_sync_log)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6512" y="2677160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2677160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2677160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677160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2677160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976372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001772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Intake pre-population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6512" y="3001772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3001772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3001772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001772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3001772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300984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326384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Cerner FHIR R4 adapter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6512" y="3326384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0680" y="3326384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3326384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Cerner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326384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0032" y="3326384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625596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3650996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Athenahealth REST adapter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2" y="3650996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0680" y="3650996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76288" y="3650996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Athenahealth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3650996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0032" y="3650996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950208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3975608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Auto-route slots (EHR -&gt; Aria)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96512" y="3975608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40680" y="3975608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76288" y="3975608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3975608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00032" y="3975608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274820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300220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Appointment type resolver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6512" y="4300220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0680" y="4300220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76288" y="4300220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 / Athena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4300220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00032" y="4300220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599432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4624832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Slot conflict detection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96512" y="4624832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0680" y="4624832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76288" y="4624832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03920" y="4624832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00032" y="4624832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924044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4949444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Provider NPI filtering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96512" y="4949444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40680" y="4949444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76288" y="4949444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20" y="4949444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00032" y="4949444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248656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5274056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EHR section in Aria system prompt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96512" y="5274056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Growth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40680" y="5274056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76288" y="5274056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5274056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00032" y="5274056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5573268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5598668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Chart read (diagnoses/meds/allergies)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96512" y="5598668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0680" y="5598668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76288" y="5598668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03920" y="5598668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00032" y="5598668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 [Pro only]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0040" y="5897880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5923280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Note sync (conversation to EHR doc)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96512" y="5923280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40680" y="5923280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76288" y="5923280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Epic/Cerner/Athena/eCW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03920" y="5923280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00032" y="5923280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 [Pro only]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6222492"/>
            <a:ext cx="11539728" cy="32461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1480" y="6247892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eClinicalWorks (eCW) adapter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96512" y="6247892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40680" y="6247892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76288" y="6247892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eClinicalWorks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3920" y="6247892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6247892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 [Pro only]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547104"/>
            <a:ext cx="11539728" cy="3246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1480" y="6572504"/>
            <a:ext cx="35204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1h chart cache (emr_chart_summaries)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96512" y="6572504"/>
            <a:ext cx="117043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8C8"/>
                </a:solidFill>
              </a:rPr>
              <a:t>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40680" y="6572504"/>
            <a:ext cx="13258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6572504"/>
            <a:ext cx="148132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03920" y="6572504"/>
            <a:ext cx="77724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400032" y="6572504"/>
            <a:ext cx="25603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 [Pro only]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0040" y="6949440"/>
            <a:ext cx="115397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0B8C8"/>
                </a:solidFill>
              </a:rPr>
              <a:t>All 4 EHRs = Epic (FHIR R4)  |  Cerner (FHIR R4)  |  Athenahealth (REST)  |  eClinicalWorks (FHIR R4)   |   HIPAA: minimum-necessary data only, PHI cached with TTL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CC"/>
                </a:solidFill>
              </a:rPr>
              <a:t>Current Status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8"/>
                </a:solidFill>
              </a:rPr>
              <a:t>As of June 2026 — everything below is live on aifrontdesk.taborsynergy.com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2412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24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Feature /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02412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0B8C8"/>
                </a:solidFill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11539728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35024"/>
            <a:ext cx="11539728" cy="34747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0817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40817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3731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3731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AI agent, booking, safety, dashboard, plan gating — live &amp; tested (685 unit tests passing)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82496"/>
            <a:ext cx="11539728" cy="34747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75564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75564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7205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205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PostgreSQL on Render — persistent, RLS-secured, cascade FKs, hard-delete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29968"/>
            <a:ext cx="11539728" cy="34747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10312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10312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0680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0680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Admin auth, rate limiting, JWT, plan gating, HIPAA guardrails — all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77440"/>
            <a:ext cx="11539728" cy="34747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45059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45059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4155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4155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Epic FHIR R4 — appointment sync, patient lookup, live slots, HIPAA audit trail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24912"/>
            <a:ext cx="11539728" cy="34747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279806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279806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27630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Phase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7630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Cerner FHIR R4 + Athenahealth REST + intake pre-population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72384"/>
            <a:ext cx="11539728" cy="34747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145536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14553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1104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Phase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1104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Auto-routing, type resolver, slot conflict detection, provider NPI, prompt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19856"/>
            <a:ext cx="11539728" cy="34747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493008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349300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4579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EHR / EMR Phase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345795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Chart read, note sync, eClinicalWorks — Enterprise / Pro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67328"/>
            <a:ext cx="11539728" cy="34747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3840480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84048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38054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Email delivery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38054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SendGrid — booking confirmations, trial reminders, renewal reminders, recall campaigns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114800"/>
            <a:ext cx="11539728" cy="34747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187952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418795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1529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Live smoke tests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1529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142 tests running against production URL — 0 failures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462272"/>
            <a:ext cx="11539728" cy="347472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4535424"/>
            <a:ext cx="658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453542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5003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Pricing page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45003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EHR/EMR featured on Growth &amp; Pro plan cards; Starter cleaned up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901184"/>
            <a:ext cx="11539728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9560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PENDING / IN PROGRESS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248656"/>
            <a:ext cx="11539728" cy="329184"/>
          </a:xfrm>
          <a:prstGeom prst="rect">
            <a:avLst/>
          </a:prstGeom>
          <a:solidFill>
            <a:srgbClr val="151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" y="5312664"/>
            <a:ext cx="6583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" y="531266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2867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Custom domain (DNS/SSL)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528675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clinic.yourdomain.com — per-clinic DNS + SSL wiring (coded, needs deployment config)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577840"/>
            <a:ext cx="11539728" cy="329184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4048" y="5641848"/>
            <a:ext cx="6583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" y="564184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" y="56159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EHR Phase 3 live slots (Athena)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4840" y="561594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Athenahealth /appointments/open polling — slot display refinements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907024"/>
            <a:ext cx="11539728" cy="329184"/>
          </a:xfrm>
          <a:prstGeom prst="rect">
            <a:avLst/>
          </a:prstGeom>
          <a:solidFill>
            <a:srgbClr val="151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4048" y="5971032"/>
            <a:ext cx="6583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0624" y="597103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" y="59451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Uptime monitoring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4840" y="5945124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</a:rPr>
              <a:t>UptimeRobot pointing to /api/health — user action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