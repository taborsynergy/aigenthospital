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9640" y="457200"/>
            <a:ext cx="3154680" cy="502920"/>
          </a:xfrm>
          <a:prstGeom prst="roundRect">
            <a:avLst/>
          </a:prstGeom>
          <a:solidFill>
            <a:srgbClr val="0F1F3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49640" y="5486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Segoe UI"/>
              </a:rPr>
              <a:t>Powered by Claude Sonnet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Aria AI Front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The 24/7 AI Receptionist for Medical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00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Aria answers every patient call and message - books appointments, screens questions,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verifies insurance, and safely triages emergencies - 24 hours a day, with no app and no hold music.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874519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45736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Books appointments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4663440"/>
            <a:ext cx="1778507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4745736"/>
            <a:ext cx="17785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Triage-safe (911)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5172" y="4663440"/>
            <a:ext cx="1202436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5172" y="4745736"/>
            <a:ext cx="12024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HIPAA-aware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1490472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745736"/>
            <a:ext cx="1490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24/7, no 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4663440"/>
            <a:ext cx="1490472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4745736"/>
            <a:ext cx="1490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Live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10927080" cy="45720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59552"/>
            <a:ext cx="10927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BD5E1"/>
                </a:solidFill>
                <a:latin typeface="Segoe UI"/>
              </a:rPr>
              <a:t>Built secure:   HIPAA-aware    |    Encrypted in transit (TLS)    |    Row-level database security    |    Audit-logged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4476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Tabor Synergy</a:t>
            </a:r>
            <a:r>
              <a:rPr sz="1100" b="0">
                <a:solidFill>
                  <a:srgbClr val="64748B"/>
                </a:solidFill>
                <a:latin typeface="Segoe UI"/>
              </a:rPr>
              <a:t>    .    Powered by Claude Sonnet 4.6 (Anthropic)    .    aifrontdesk.taborsynergy.com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What Aria Does - for Every Patient, Every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24/7 AI Receptionist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Greets patients, answers questions, and handles intake any time - nights, weekends, holidays.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No missed calls, no voicemail tag, no overtime.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Instant Appointment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Patients book in about 90 seconds via a link or QR code - no app, no login.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Front desk freed from 50+ scheduling calls a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47304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Emergency 911 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Detects emergencies like chest pain and instantly tells the patient to call 911 + alerts staff.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Patient safety + liability protection, built 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HIPAA-Aware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Won't diagnose, won't reveal another person's records, resists manipulation.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Compliant by design; protects patient privacy.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5112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Insurance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Answers 'do you take my insurance?' from the clinic's verified accepted-plans list.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Fewer dead-end calls; patients self-qualify.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47304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Live Dashboard &amp;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Staff see every appointment, no-show rates, busy times, and trends in real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Run the practice on data, not guesswork.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201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Enterprise-grade &amp; HIPAA-aware   .   Encrypted (TLS)   .   Row-Level DB security   .   Audit-logged   .   Powered by Claude Sonnet 4.6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Simple Plans That Grow With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57600" cy="82296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$297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Solo practice, getting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AI receptionist + booking (core)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300 conversations / month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1 location, 1 provider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Emergency triage + HIPAA safety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Insurance Q&amp;A + live dashboard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Email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188720"/>
            <a:ext cx="3657600" cy="5212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188720"/>
            <a:ext cx="3657600" cy="8229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1600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344168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MOST POPULAR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3716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1488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$597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971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2-5 doctor group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474720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1">
                <a:solidFill>
                  <a:srgbClr val="334155"/>
                </a:solidFill>
                <a:latin typeface="Segoe UI"/>
              </a:rPr>
              <a:t>Everything in Starter, plus: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1,000 conversations / month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Up to 3 locations, 5 providers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assistant name + website widget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insurance knowledge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Email reminders + recall campaigns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Monthly reports, priority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304" y="1325880"/>
            <a:ext cx="3657600" cy="82296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1508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$997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Multi-location / white-label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611880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1">
                <a:solidFill>
                  <a:srgbClr val="334155"/>
                </a:solidFill>
                <a:latin typeface="Segoe UI"/>
              </a:rPr>
              <a:t>Everything in Growth, plus: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Unlimited conversations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Unlimited locations &amp; providers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White-label + custom domain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EHR integration (Epic/Cerner)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AI training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Dedicated manager, 24/7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All delivery is by email — no carrier registration, no per-clinic phone numbers, live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Why Practices Choose 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Segoe UI"/>
              </a:rPr>
              <a:t>HIPAA-aware   .   Encrypted in transit &amp; at rest   .   Row-Level DB security   .   Audit-logged   .   Powered by Claude Sonnet 4.6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fewer no-shows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Automated reminders bring patients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3-4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saved per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Staff stop fielding scheduling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28816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always-on 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Capture patients nights &amp; weekends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to go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3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$0 setup - we handle everything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11880"/>
            <a:ext cx="10908792" cy="1051560"/>
          </a:xfrm>
          <a:prstGeom prst="roundRect">
            <a:avLst/>
          </a:prstGeom>
          <a:solidFill>
            <a:srgbClr val="162C4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11880"/>
            <a:ext cx="10424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 typical solo practice nets about </a:t>
            </a:r>
            <a:r>
              <a:rPr sz="1600" b="1">
                <a:solidFill>
                  <a:srgbClr val="14B8A6"/>
                </a:solidFill>
                <a:latin typeface="Segoe UI"/>
              </a:rPr>
              <a:t>$7,000 / month</a:t>
            </a:r>
            <a:r>
              <a:rPr sz="1600" b="1">
                <a:solidFill>
                  <a:srgbClr val="FFFFFF"/>
                </a:solidFill>
                <a:latin typeface="Segoe UI"/>
              </a:rPr>
              <a:t> in saved staff time + recovered no-shows - vs. the plan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10908792" cy="12344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57216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Start a 2-week free trial - on your own branded patient 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3328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No card. No setup fee. Live the same day.     </a:t>
            </a:r>
            <a:r>
              <a:rPr sz="1300" b="1">
                <a:solidFill>
                  <a:srgbClr val="FFFFFF"/>
                </a:solidFill>
                <a:latin typeface="Segoe UI"/>
              </a:rPr>
              <a:t>write2dinakar10@gmail.com   |   aifrontdesk.taborsynergy.com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STARTER ($297/mo) -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Solo practice. Every line below is what the customer actually gets, with build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AI receptionist + booking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Aria chats, screens questions, and books appointments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Hosted patient chat link + QR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No-login page patients open via link or QR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300 conversations / month   </a:t>
            </a:r>
            <a:r>
              <a:rPr sz="1100" b="0">
                <a:solidFill>
                  <a:srgbClr val="64748B"/>
                </a:solidFill>
                <a:latin typeface="Segoe UI"/>
              </a:rPr>
              <a:t>Usage cap enforced; upgrade prompt beyond the limit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1 location / 1 provider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Solo-practice limits enforced by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Emergency 911 escalation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Detects emergencies, tells patient to call 911, alerts staff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HIPAA guardrails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 diagnosis, no third-party records, prompt-injection safe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Insurance Q&amp;A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Answers 'do you take X?' from the accepted-plans 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Live dashboard + analytics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Appointments, no-show rate, busy times, trends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431536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" y="5532120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554583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43153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Booking confirmation email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Emailed to patient on booking - LIVE (verified end-to-end via SendGrid)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600760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" y="602132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90702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Email support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Standard support (operational, not code)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GROWTH ($597/mo) -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2-5 doctor group practice. Everything in Starter, PLUS the items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1,000 conversations / month   </a:t>
            </a:r>
            <a:r>
              <a:rPr sz="1100" b="0">
                <a:solidFill>
                  <a:srgbClr val="64748B"/>
                </a:solidFill>
                <a:latin typeface="Segoe UI"/>
              </a:rPr>
              <a:t>3x Starter volume; cap enforced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Up to 3 locations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Each office: own address, hours, providers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Up to 5 providers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Group practice; AI books with named doctors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assistant name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Rename 'Aria' to the clinic's own assistant 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Website embed widget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Branded booking chat embedded on the clinic's own site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insurance knowledge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Teach accepted plans + coverage detail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Monthly performance report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Auto monthly summary generated from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Automated email reminders (72h/24h)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Emailed to patient before the visit; cuts no-shows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431536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" y="5532120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554583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43153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Patient recall campaigns (email)   </a:t>
            </a:r>
            <a:r>
              <a:rPr sz="1100" b="0">
                <a:solidFill>
                  <a:srgbClr val="64748B"/>
                </a:solidFill>
                <a:latin typeface="Segoe UI"/>
              </a:rPr>
              <a:t>Win back lapsed patients via email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600760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" y="602132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90702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Priority support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Faster response (operational)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ENTERPRISE ($997/mo) / White-Label -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Multi-location, white-labeled. Everything in Growth, PLUS the items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Unlimited conversations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 monthly cap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Unlimited locations &amp; providers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 limits enforced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Multi-location routing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Routes patient to the right office by ZIP /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AI training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Teach the AI clinic-specific procedures, policies, FAQs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White-label branding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Clinic logo/colors, remove 'Tabor' branding, reseller mode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domain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clinic.yourdomain.com - needs per-clinic DNS + SSL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EHR integration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Sync to Epic/Cerner/Athena - real connectors not built yet (skeleton only)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Dedicated manager + 24/7 support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White-glove (operational)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PENDING / ROADMAP - what's left to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Consolidated to-do. Everything else is live on Supabase production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Reminders/recall auto-fire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Email send works; set an hourly Render cron -&gt; /reminders/trigger &amp; /api/recall/trigger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Recall email unsubscribe link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Add an unsubscribe link + endpoint before sending real recall email (CAN-SPAM)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Email delivery (incl. booking confirmation)   </a:t>
            </a:r>
            <a:r>
              <a:rPr sz="1100" b="0">
                <a:solidFill>
                  <a:srgbClr val="64748B"/>
                </a:solidFill>
                <a:latin typeface="Segoe UI"/>
              </a:rPr>
              <a:t>LIVE - SendGrid verified; signup + patient booking-confirmation emails send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EHR integration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Build real per-EHR connectors - currently a config skeleton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White-label custom domain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Per-clinic DNS + SSL wiring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Core platform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AI agent, booking, safety, dashboard, plan gating - all live &amp; tested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Database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Supabase: persistent, RLS-secured, cascade FKs, hard-delete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Security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Admin-gated user create, rate limiting, JWT key, plan gating - all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