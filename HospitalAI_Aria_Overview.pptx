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Aria AI Front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14B8A6"/>
                </a:solidFill>
                <a:latin typeface="Segoe UI"/>
              </a:rPr>
              <a:t>The 24/7 AI Receptionist for Medical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Aria answers every patient call and message - books appointments, screens questions,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Segoe UI"/>
              </a:rPr>
              <a:t>verifies insurance, and safely triages emergencies - 24 hours a day, with no app and no hold music.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1874519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45736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Books appointments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4663440"/>
            <a:ext cx="1778507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4745736"/>
            <a:ext cx="17785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Triage-safe (911)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5172" y="4663440"/>
            <a:ext cx="1202436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5172" y="4745736"/>
            <a:ext cx="12024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HIPAA-aware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24/7, no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27264" y="4663440"/>
            <a:ext cx="1490472" cy="502920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4745736"/>
            <a:ext cx="1490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4B8A6"/>
                </a:solidFill>
                <a:latin typeface="Segoe UI"/>
              </a:rPr>
              <a:t>Tabor Synergy</a:t>
            </a:r>
            <a:r>
              <a:rPr sz="1200" b="0">
                <a:solidFill>
                  <a:srgbClr val="64748B"/>
                </a:solidFill>
                <a:latin typeface="Segoe UI"/>
              </a:rPr>
              <a:t>     aifrontdesk.taborsynergy.com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Aria Does - for Every Patient, Every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24/7 AI Receptionist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Greets patients, answers questions, and handles intake any time - nights, weekends, holidays.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No missed calls, no voicemail tag, no overtime.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Instant Appointment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Patients book in about 90 seconds via a link or QR code - no app, no login.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Front desk freed from 50+ scheduling calls a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371600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47304" y="1371600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554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Emergency 911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Detects emergencies like chest pain and instantly tells the patient to call 911 + alerts staff.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82112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Patient safety + liability protection, built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HIPAA-Aware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Won't diagnose, won't reveal another person's records, resists manipulation.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Compliant by design; protects patient privacy.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5112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Insurance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Answers 'do you take my insurance?' from the clinic's verified accepted-plans list.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Fewer dead-end calls; patients self-qualify.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7304" y="4005072"/>
            <a:ext cx="3657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47304" y="4005072"/>
            <a:ext cx="128016" cy="2468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18795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>
                <a:solidFill>
                  <a:srgbClr val="0F1F35"/>
                </a:solidFill>
                <a:latin typeface="Segoe UI"/>
              </a:rPr>
              <a:t>Live Dashboard &amp;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782312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  <a:latin typeface="Segoe UI"/>
              </a:rPr>
              <a:t>Staff see every appointment, no-show rates, busy times, and trends in real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815584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&gt; Run the practice on data, not guesswork.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Simple Plans That Grow With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$297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Solo practice, getting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AI receptionist + booking (core)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300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 location, 1 provider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Emergency triage + HIPAA safety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Insurance Q&amp;A + live dashboard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Email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188720"/>
            <a:ext cx="3657600" cy="5212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188720"/>
            <a:ext cx="3657600" cy="8229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1298448"/>
            <a:ext cx="1600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344168"/>
            <a:ext cx="1600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MOST POPULAR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1371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21488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$597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2-5 doctor group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3474720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Starter,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1,000 conversations / month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Up to 3 locations, 5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assistant name + website widget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insurance knowledge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SMS + reminders + recall*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Monthly reports, priority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7304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47304" y="1325880"/>
            <a:ext cx="3657600" cy="822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5087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2860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F1F35"/>
                </a:solidFill>
                <a:latin typeface="Segoe UI"/>
              </a:rPr>
              <a:t>$997</a:t>
            </a:r>
            <a:r>
              <a:rPr sz="1400" b="0">
                <a:solidFill>
                  <a:srgbClr val="64748B"/>
                </a:solidFill>
                <a:latin typeface="Segoe UI"/>
              </a:rPr>
              <a:t>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Multi-location / white-label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611880"/>
            <a:ext cx="31546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1">
                <a:solidFill>
                  <a:srgbClr val="334155"/>
                </a:solidFill>
                <a:latin typeface="Segoe UI"/>
              </a:rPr>
              <a:t>Everything in Growth, plus: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conversations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Unlimited locations &amp; providers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White-label + custom domain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EHR integration (Epic/Cerner)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Custom AI training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334155"/>
                </a:solidFill>
                <a:latin typeface="Segoe UI"/>
              </a:rPr>
              <a:t>-  </a:t>
            </a:r>
            <a:r>
              <a:rPr sz="1150" b="0">
                <a:solidFill>
                  <a:srgbClr val="334155"/>
                </a:solidFill>
                <a:latin typeface="Segoe UI"/>
              </a:rPr>
              <a:t>Dedicated manager, 24/7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*SMS / reminders / recall are enabled during onboarding (carrier registration).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Why Practices Choose 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fewer no-shows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Automated reminders bring patients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3-4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saved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Staff stop fielding scheduling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always-on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Capture patients nights &amp; weekends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184" y="1417320"/>
            <a:ext cx="2697480" cy="1874519"/>
          </a:xfrm>
          <a:prstGeom prst="roundRect">
            <a:avLst/>
          </a:prstGeom>
          <a:solidFill>
            <a:srgbClr val="162C49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164592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4B8A6"/>
                </a:solidFill>
                <a:latin typeface="Segoe UI"/>
              </a:rP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414016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to go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7980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AFBED0"/>
                </a:solidFill>
                <a:latin typeface="Segoe UI"/>
              </a:rPr>
              <a:t>$0 setup - we handle everything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10908792" cy="1051560"/>
          </a:xfrm>
          <a:prstGeom prst="roundRect">
            <a:avLst/>
          </a:prstGeom>
          <a:solidFill>
            <a:srgbClr val="162C4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10424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 typical solo practice nets about </a:t>
            </a:r>
            <a:r>
              <a:rPr sz="1600" b="1">
                <a:solidFill>
                  <a:srgbClr val="14B8A6"/>
                </a:solidFill>
                <a:latin typeface="Segoe UI"/>
              </a:rPr>
              <a:t>$7,000 / month</a:t>
            </a:r>
            <a:r>
              <a:rPr sz="1600" b="1">
                <a:solidFill>
                  <a:srgbClr val="FFFFFF"/>
                </a:solidFill>
                <a:latin typeface="Segoe UI"/>
              </a:rPr>
              <a:t> in saved staff time + recovered no-shows - vs. the plan cost.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10908792" cy="12344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57216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Start a 2-week free trial - on your own branded patient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332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No card. No setup fee. Live the same day.     </a:t>
            </a:r>
            <a:r>
              <a:rPr sz="1300" b="1">
                <a:solidFill>
                  <a:srgbClr val="FFFFFF"/>
                </a:solidFill>
                <a:latin typeface="Segoe UI"/>
              </a:rPr>
              <a:t>write2dinakar10@gmail.com   |   aifrontdesk.taborsynergy.com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